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Respondents</c:v>
                </c:pt>
              </c:strCache>
            </c:strRef>
          </c:tx>
          <c:spPr>
            <a:solidFill>
              <a:srgbClr val="34151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Unaware of emergency
reporting apps in Malaysia</c:v>
                  </c:pt>
                  <c:pt idx="1">
                    <c:v>Experienced delayed
emergency response</c:v>
                  </c:pt>
                  <c:pt idx="2">
                    <c:v>Want real-time nearby
danger alerts</c:v>
                  </c:pt>
                  <c:pt idx="3">
                    <c:v>Concerned about fake
emergency reports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</c:v>
                </c:pt>
                <c:pt idx="1">
                  <c:v>71</c:v>
                </c:pt>
                <c:pt idx="2">
                  <c:v>85</c:v>
                </c:pt>
                <c:pt idx="3">
                  <c:v>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20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8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Assalamualaikum. Good morning, evaluators. My name is Ahmad Shukri. Today I present MyBahaya — an AI-powered emergency reporting and real-time community alert platform for Malaysia.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has three user types: citizens, organizations, admins. Flow: submit → AI → route → notify → track.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problems: no reporting app, slow routing, no community awareness, fake reports. These gaps justify MyBahaya.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78% unaware of any emergency app. 71% experienced slow response. 85% want nearby alerts. 82% concerned about fake reports. Strong demand for MyBahaya confirmed.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MyBahaya provides all six features. Competitors lack AI analysis, auto routing, and fake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objectives: build mobile reporting app, implement Gemini AI analysis, design geolocation routing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Android for citizens, organizations, admins. Peninsular Malaysia. Five categories. iOS and government APIs excluded in FYP1.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Firestore collections. Reports link to Users via userId, to Organisations via assignedOrgId, and mirror sanitised data to Public Incidents. Admins manage the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Agile SDLC chosen for its iterative nature. Six phases: Planning through Deployment. Each sprint reviewed with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Three-tier architecture: Client (Flutter + Web browser), Application (Spring Boot REST API on VPS), Data (Firebase Firestore, MinIO, Gemini AI, FCM).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MyBahaya addresses all four identified problems and is fully deployed. Ready for the tool demo. Open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3657600" cy="365760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457200"/>
            <a:ext cx="2194560" cy="2194560"/>
          </a:xfrm>
          <a:prstGeom prst="ellipse">
            <a:avLst/>
          </a:prstGeom>
          <a:solidFill>
            <a:srgbClr val="ACA494">
              <a:alpha val="32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MyBahaya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Reporting &amp; Real-Time Community Alert Platform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73552"/>
            <a:ext cx="2286000" cy="0"/>
          </a:xfrm>
          <a:prstGeom prst="line">
            <a:avLst/>
          </a:prstGeom>
          <a:noFill/>
          <a:ln w="19050">
            <a:solidFill>
              <a:srgbClr val="ACA4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FYP1 Presentation  ·  Ahmad Shukri  ·  Faculty of Computer &amp; Mathematical Sciences, UiTM  ·  2025/2026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07592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MyBahaya?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mobile-first platform enabling Malaysian citizens to report emergencies in real-time, complete with media upload, GPS tagging, and live status tracking.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82696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242816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74136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it?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92424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submit and track reports. Emergency organizations (Fire, Police, Medical) receive auto-assigned cases. Admins moderate via web dashboard.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914400"/>
            <a:ext cx="2743200" cy="3913632"/>
          </a:xfrm>
          <a:prstGeom prst="roundRect">
            <a:avLst>
              <a:gd name="adj" fmla="val 4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78040" y="1042416"/>
            <a:ext cx="822960" cy="82296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9339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it work?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27648" y="2468880"/>
            <a:ext cx="25237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submits photo + GPS → AI analyses severity → Nearest org auto-assigned → FCM push to org &amp; nearby citizens → Status updates in real-time.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84632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Dedicated Reporting App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4632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has no mobile app for citizens to report non-fire emergencies with media evidence and GPS location in real-time.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00584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92040" y="1435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Emergency Routing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999 calls rely on human dispatchers. No automated system routes incidents to the nearest available organization.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4632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Community Awareness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near an incident are not notified, causing late community response and repeated submissions of the same incident.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4206240" cy="1792224"/>
          </a:xfrm>
          <a:prstGeom prst="roundRect">
            <a:avLst>
              <a:gd name="adj" fmla="val 5102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892040" y="3017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92040" y="34472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Fake Report Abuse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38404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automated verification, emergency services are overwhelmed by false reports — wasting critical response resources.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Survey Results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survey  ·  n = 50 respondents  ·  UiTM students and general public, 2025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51560"/>
          <a:ext cx="8412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— Existing Work Comparison</a:t>
            </a:r>
            <a:endParaRPr lang="en-US" sz="2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41248"/>
          <a:ext cx="850392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316736"/>
                <a:gridCol w="1316736"/>
                <a:gridCol w="1316736"/>
                <a:gridCol w="1947672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 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MySejahtera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MyBahaya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C1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Community Alerts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/ Video Upload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Severity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 Status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Organisation Routing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A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Report Detection (AI)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415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B9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C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1179576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179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70432" y="1005840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25880" y="1078992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develop a cross-platform mobile application that enables Malaysian citizens to submit emergency reports with multimedia evidence and real-time GPS coordinates.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7472" y="2496312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249631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70432" y="2322576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25880" y="2395728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implement an AI analysis module using Google Gemini 2.5 Flash that automatically assesses incident severity (1–5), identifies hazards, and detects fake reports.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" y="3813048"/>
            <a:ext cx="658368" cy="658368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170432" y="3639312"/>
            <a:ext cx="7607808" cy="1143000"/>
          </a:xfrm>
          <a:prstGeom prst="roundRect">
            <a:avLst>
              <a:gd name="adj" fmla="val 72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325880" y="3712464"/>
            <a:ext cx="731520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design a geolocation-based routing system that auto-assigns reports to the nearest emergency organisation and delivers real-time FCM push notifications to all stakeholders.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47472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84632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84632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 citizens — Android mobile app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organizations — Fire, Police, Medical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administrators — Web dashboard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100584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43560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report submission with photo/video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severity analysis &amp; fake detection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 alerts (org + nearby citizens)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Geographic Coverage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Peninsular Malaysia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incident categories: Fire, Medical, Theft, Assault, Other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4224528" cy="1828800"/>
          </a:xfrm>
          <a:prstGeom prst="roundRect">
            <a:avLst>
              <a:gd name="adj" fmla="val 500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301752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Exclusions (FYP 1)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3447288"/>
            <a:ext cx="3977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platform — not in scope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API integration — not in scope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or legal processing — not included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Relationship Diagram (ERD)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931920"/>
          </a:xfrm>
          <a:prstGeom prst="roundRect">
            <a:avLst>
              <a:gd name="adj" fmla="val 3256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20116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ERD Diagram 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Entities:   USERS   ·   REPORTS   ·   ORGANIZATIONS   ·   PUBLIC_INCIDENTS   ·   ADMINS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44988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ERD diagram here)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— Agile SDLC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10896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02336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02336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38912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requirements, scope &amp; tech stack selection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163824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55264" y="1042416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264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use cases, data requirements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16752" y="914400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08192" y="1042416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042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44768" y="1591056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44768" y="1965960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ERD, system architecture &amp; UI wireframes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10896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02336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8912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8912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app, Spring Boot API, Firebase integration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163824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341515"/>
          </a:solidFill>
          <a:ln w="6350">
            <a:solidFill>
              <a:srgbClr val="34151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55264" y="3072384"/>
            <a:ext cx="502920" cy="502920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5264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91840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91840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0E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 &amp; user acceptance testing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16752" y="2944368"/>
            <a:ext cx="2706624" cy="1847088"/>
          </a:xfrm>
          <a:prstGeom prst="roundRect">
            <a:avLst>
              <a:gd name="adj" fmla="val 4950"/>
            </a:avLst>
          </a:prstGeom>
          <a:solidFill>
            <a:srgbClr val="F0ECE6"/>
          </a:solidFill>
          <a:ln w="6350">
            <a:solidFill>
              <a:srgbClr val="C4B9AC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08192" y="3072384"/>
            <a:ext cx="502920" cy="502920"/>
          </a:xfrm>
          <a:prstGeom prst="ellipse">
            <a:avLst/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08192" y="3072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44768" y="3621024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44768" y="3995928"/>
            <a:ext cx="248716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A1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VPS, Nginx, Docker MinIO, domain &amp; SSL setup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CA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Agile sprints allow continuous feedback and adaptability throughout the project lifecycle.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914400"/>
            <a:ext cx="7955280" cy="3657600"/>
          </a:xfrm>
          <a:prstGeom prst="roundRect">
            <a:avLst>
              <a:gd name="adj" fmla="val 3500"/>
            </a:avLst>
          </a:prstGeom>
          <a:solidFill>
            <a:srgbClr val="F0ECE6"/>
          </a:solidFill>
          <a:ln w="19050">
            <a:solidFill>
              <a:srgbClr val="ACA494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20116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 System Architecture Diagram 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4B9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(Insert System Architecture Diagram here)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3035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92808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55264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55264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0176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341515"/>
          </a:solidFill>
          <a:ln w="12700">
            <a:solidFill>
              <a:srgbClr val="34151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0176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2632" y="4663440"/>
            <a:ext cx="1243584" cy="347472"/>
          </a:xfrm>
          <a:prstGeom prst="roundRect">
            <a:avLst>
              <a:gd name="adj" fmla="val 39474"/>
            </a:avLst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42632" y="4663440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Push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4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3474720" cy="3474720"/>
          </a:xfrm>
          <a:prstGeom prst="ellipse">
            <a:avLst/>
          </a:prstGeom>
          <a:solidFill>
            <a:srgbClr val="ACA494">
              <a:alpha val="18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731520"/>
            <a:ext cx="2560320" cy="2560320"/>
          </a:xfrm>
          <a:prstGeom prst="ellipse">
            <a:avLst/>
          </a:prstGeom>
          <a:solidFill>
            <a:srgbClr val="ACA494">
              <a:alpha val="25000"/>
            </a:srgbClr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CA49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078992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78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1051560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MyBahaya fills a real gap — no existing platform in Malaysia combines real-time reporting, AI analysis, and community alerting in one app.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938528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Geolocation-based routing (Haversine formula) ensures the nearest emergency organisation is notified with an automated ETA estimate.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52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825496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2.5 Flash provides automated severity scoring (1–5), hazard identification, and AI-based fake report detection.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402336" cy="402336"/>
          </a:xfrm>
          <a:prstGeom prst="ellipse">
            <a:avLst/>
          </a:prstGeom>
          <a:solidFill>
            <a:srgbClr val="ACA494"/>
          </a:solidFill>
          <a:ln w="12700">
            <a:solidFill>
              <a:srgbClr val="ACA4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39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1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3712464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fully deployed at api.mybahaya.com with Firebase Firestore real-time updates and FCM push notifications.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468172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4B9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Terima kasih  ·  Q&amp;A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MyBahaya FYP1 Presentation</dc:title>
  <dc:subject>PptxGenJS Presentation</dc:subject>
  <dc:creator>Ahmad Shukri</dc:creator>
  <cp:lastModifiedBy>Ahmad Shukri</cp:lastModifiedBy>
  <cp:revision>1</cp:revision>
  <dcterms:created xsi:type="dcterms:W3CDTF">2026-06-24T12:55:14Z</dcterms:created>
  <dcterms:modified xsi:type="dcterms:W3CDTF">2026-06-24T12:55:14Z</dcterms:modified>
</cp:coreProperties>
</file>