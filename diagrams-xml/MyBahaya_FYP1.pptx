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Assalamualaikum. Good morning, evaluators. My name is Ahmad Shukri. Today I present MyBahaya — an AI-powered emergency reporting and real-time community alert platform for Malaysia.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MyBahaya has three user types: citizens, organizations, admins. Flow: submit → AI → route → notify →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problems: no reporting app, slow routing, no community awareness, fake reports. These gaps justify MyBahaya.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statistics from real sources. 99.5% phone ownership confirms mobile reach. 84.7% ambulance delay + response times exceeding WHO benchmarks prove the problem. 169,000 fake calls in 2025 and only 2-3% real calls justify AI fake detection in MyBahaya.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MyBahaya provides all six features. Competitors lack AI analysis, auto routing, and fake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objectives: build mobile reporting app, implement Gemini AI analysis, design geolocation routing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Android for citizens, organizations, admins. Peninsular Malaysia. Five categories. iOS and government APIs excluded in FYP1.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Firestore collections. Reports link to Users via userId, to Organisations via assignedOrgId, and mirror sanitised data to Public Incidents. Admins manage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SDLC chosen for its iterative nature. Six phases: Planning through Deployment. Each sprint reviewed with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architecture: Client (Flutter + Web browser), Application (Spring Boot REST API on VPS), Data (Firebase Firestore, MinIO, Gemini AI, FCM).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MyBahaya addresses all four identified problems and is fully deployed. Ready for the tool demo.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25 unit tests pass in 5.6 seconds. Firebase and MinIO are mocked so tests run entirely offline. Covers state machine, validation, AI parsing, routing,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UAT was conducted manually against the live deployed backend. Each scenario maps to a user story from the requirements. All 6 passed on first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ACA494">
              <a:alpha val="18000"/>
            </a:srgbClr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194560" cy="2194560"/>
          </a:xfrm>
          <a:prstGeom prst="ellipse">
            <a:avLst/>
          </a:prstGeom>
          <a:solidFill>
            <a:srgbClr val="ACA494">
              <a:alpha val="32000"/>
            </a:srgbClr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MyBahaya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Reporting &amp; Real-Time Community Alert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73552"/>
            <a:ext cx="2286000" cy="0"/>
          </a:xfrm>
          <a:prstGeom prst="line">
            <a:avLst/>
          </a:prstGeom>
          <a:noFill/>
          <a:ln w="19050">
            <a:solidFill>
              <a:srgbClr val="ACA4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FYP1 Presentation  ·  Ahmad Shukri  ·  Universiti Teknikal Malaysia Melaka (UTeM)  ·  2025/2026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07592" y="1042416"/>
            <a:ext cx="822960" cy="82296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993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MyBahaya?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platform enabling Malaysian citizens to report emergencies in real-time, complete with media upload, GPS tagging, and live status tracking.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82696" y="91440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42816" y="1042416"/>
            <a:ext cx="822960" cy="82296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1993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2424" y="2468880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submit and track reports. Emergency organizations (Fire, Police, Medical) receive auto-assigned cases. Admins moderate via web dashboard.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78040" y="1042416"/>
            <a:ext cx="822960" cy="82296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933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7648" y="2468880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photo + GPS → AI analyses severity → Nearest org auto-assigned → FCM push to org &amp; nearby citizens → Status updates in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4206240" cy="1792224"/>
          </a:xfrm>
          <a:prstGeom prst="roundRect">
            <a:avLst>
              <a:gd name="adj" fmla="val 5102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84632" y="10058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4632" y="1435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Dedicated Reporting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has no mobile app for citizens to report non-fire emergencies with media evidence and GPS location in real-time.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1792224"/>
          </a:xfrm>
          <a:prstGeom prst="roundRect">
            <a:avLst>
              <a:gd name="adj" fmla="val 5102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435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Emergency Routing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999 calls rely on human dispatchers. No automated system routes incidents to the nearest available organization.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926080"/>
            <a:ext cx="4206240" cy="1792224"/>
          </a:xfrm>
          <a:prstGeom prst="roundRect">
            <a:avLst>
              <a:gd name="adj" fmla="val 5102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" y="3447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Community Awareness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near an incident are not notified, causing late community response and repeated submissions of the same incident.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206240" cy="1792224"/>
          </a:xfrm>
          <a:prstGeom prst="roundRect">
            <a:avLst>
              <a:gd name="adj" fmla="val 5102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3447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Report Abuse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verification, emergency services are overwhelmed by false reports — wasting critical response resources.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— Key Statistics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DOSM ICT Survey 2024  ·  MERS 999 ScienceDirect 2026  ·  The Star 2025  ·  MJPHM Kelantan Study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1704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" y="1755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Malaysians own a mobile phone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no dedicated emergency reporting app exists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DOSM ICT Use &amp; Access Survey,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36592" y="1078992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1704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73752" y="1755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ambulance calls had delayed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2103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 exceeded WHO &amp; MOH benchmarks in all districts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7375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MJPHM — Kelantan Ambulance Study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3017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" y="36027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prank / fake calls to MERS 999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950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 alone — disrupting real emergency responses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The Star, November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36592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017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73752" y="36027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all 999 calls are real emergencies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3950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are false reports — wasting critical resources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3752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The Sun / CiliSOS — MERS 999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— Existing Work Comparison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5039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316736"/>
                <a:gridCol w="1316736"/>
                <a:gridCol w="1316736"/>
                <a:gridCol w="194767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MySejahtera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MyBahaya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Community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/ Video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Severity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Status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Organisation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Report Detection (AI)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B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1179576"/>
            <a:ext cx="658368" cy="658368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179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70432" y="1005840"/>
            <a:ext cx="7607808" cy="1143000"/>
          </a:xfrm>
          <a:prstGeom prst="roundRect">
            <a:avLst>
              <a:gd name="adj" fmla="val 72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1078992"/>
            <a:ext cx="73152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cross-platform mobile application that enables Malaysian citizens to submit emergency reports with multimedia evidence and real-time GPS coordinates.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496312"/>
            <a:ext cx="658368" cy="658368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496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70432" y="2322576"/>
            <a:ext cx="760780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2395728"/>
            <a:ext cx="73152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an AI analysis module using Google Gemini 2.5 Flash that automatically assesses incident severity (1–5), identifies hazards, and detects fake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3813048"/>
            <a:ext cx="658368" cy="658368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813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70432" y="3639312"/>
            <a:ext cx="7607808" cy="1143000"/>
          </a:xfrm>
          <a:prstGeom prst="roundRect">
            <a:avLst>
              <a:gd name="adj" fmla="val 72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3712464"/>
            <a:ext cx="73152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geolocation-based routing system that auto-assigns reports to the nearest emergency organisation and delivers real-time FCM push notifications to all stakeholders.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4224528" cy="1828800"/>
          </a:xfrm>
          <a:prstGeom prst="roundRect">
            <a:avLst>
              <a:gd name="adj" fmla="val 5000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84632" y="10058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" y="1435608"/>
            <a:ext cx="3977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citizens — Android mobile app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organizations — Fire, Police, Medical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administrators — Web dashboard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224528" cy="1828800"/>
          </a:xfrm>
          <a:prstGeom prst="roundRect">
            <a:avLst>
              <a:gd name="adj" fmla="val 50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058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435608"/>
            <a:ext cx="3977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 submission with photo/video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severity analysis &amp; fake detection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alerts (org + nearby citizens)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926080"/>
            <a:ext cx="4224528" cy="1828800"/>
          </a:xfrm>
          <a:prstGeom prst="roundRect">
            <a:avLst>
              <a:gd name="adj" fmla="val 500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30175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3447288"/>
            <a:ext cx="3977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Peninsular Malaysia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incident categories: Fire, Medical, Theft, Assault, Other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224528" cy="1828800"/>
          </a:xfrm>
          <a:prstGeom prst="roundRect">
            <a:avLst>
              <a:gd name="adj" fmla="val 5000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175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Exclusions (FYP 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447288"/>
            <a:ext cx="3977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platform — not in scope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API integration — not in scope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 legal processing — not included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 (ERD)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7955280" cy="3931920"/>
          </a:xfrm>
          <a:prstGeom prst="roundRect">
            <a:avLst>
              <a:gd name="adj" fmla="val 3256"/>
            </a:avLst>
          </a:prstGeom>
          <a:solidFill>
            <a:srgbClr val="F0ECE6"/>
          </a:solidFill>
          <a:ln w="19050">
            <a:solidFill>
              <a:srgbClr val="ACA49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2011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4B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ERD Diagram ]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Entities:   USERS   ·   REPORTS   ·   ORGANIZATIONS   ·   PUBLIC_INCIDENTS   ·   ADMINS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44988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ERD diagram here)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Agile SDLC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" y="914400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02336" y="1042416"/>
            <a:ext cx="502920" cy="502920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59105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965960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requirements, scope &amp; tech stack selection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3824" y="914400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55264" y="1042416"/>
            <a:ext cx="502920" cy="50292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9105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use cases, data requirements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16752" y="914400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1042416"/>
            <a:ext cx="502920" cy="502920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59105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1965960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ERD, system architecture &amp; UI wireframes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0896" y="2944368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" y="3072384"/>
            <a:ext cx="502920" cy="50292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3995928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app, Spring Boot API, Firebase integration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63824" y="2944368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341515"/>
          </a:solidFill>
          <a:ln w="6350">
            <a:solidFill>
              <a:srgbClr val="341515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55264" y="3072384"/>
            <a:ext cx="502920" cy="502920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995928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user acceptance testing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16752" y="2944368"/>
            <a:ext cx="2706624" cy="1847088"/>
          </a:xfrm>
          <a:prstGeom prst="roundRect">
            <a:avLst>
              <a:gd name="adj" fmla="val 4950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3072384"/>
            <a:ext cx="502920" cy="502920"/>
          </a:xfrm>
          <a:prstGeom prst="ellipse">
            <a:avLst/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44768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44768" y="3995928"/>
            <a:ext cx="248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VPS, Nginx, Docker MinIO, domain &amp; SSL setup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CA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Agile sprints allow continuous feedback and adaptability throughout the project lifecycle.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7955280" cy="3657600"/>
          </a:xfrm>
          <a:prstGeom prst="roundRect">
            <a:avLst>
              <a:gd name="adj" fmla="val 3500"/>
            </a:avLst>
          </a:prstGeom>
          <a:solidFill>
            <a:srgbClr val="F0ECE6"/>
          </a:solidFill>
          <a:ln w="19050">
            <a:solidFill>
              <a:srgbClr val="ACA49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2011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4B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System Architecture Diagram 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System Architecture Diagram here)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92808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0176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42632" y="4663440"/>
            <a:ext cx="1243584" cy="347472"/>
          </a:xfrm>
          <a:prstGeom prst="roundRect">
            <a:avLst>
              <a:gd name="adj" fmla="val 39474"/>
            </a:avLst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46634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474720" cy="3474720"/>
          </a:xfrm>
          <a:prstGeom prst="ellipse">
            <a:avLst/>
          </a:prstGeom>
          <a:solidFill>
            <a:srgbClr val="ACA494">
              <a:alpha val="18000"/>
            </a:srgbClr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ACA494">
              <a:alpha val="25000"/>
            </a:srgbClr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CA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402336" cy="402336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MyBahaya fills a real gap — no existing platform in Malaysia combines real-time reporting, AI analysis, and community alerting in one 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Geolocation-based routing (Haversine formula) ensures the nearest emergency organisation is notified with an automated ETA estimate.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402336" cy="402336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825496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provides automated severity scoring (1–5), hazard identification, and AI-based fake report detection.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402336" cy="402336"/>
          </a:xfrm>
          <a:prstGeom prst="ellipse">
            <a:avLst/>
          </a:prstGeom>
          <a:solidFill>
            <a:srgbClr val="ACA494"/>
          </a:solidFill>
          <a:ln w="12700">
            <a:solidFill>
              <a:srgbClr val="ACA4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1246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fully deployed at api.mybahaya.com with Firebase Firestore real-time updates and FCM push notifications.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B9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Terima kasih  ·  Q&amp;A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across six backend modules — JUnit 5 + Mockito, no external dependencies.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6858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8348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6440" y="1188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7960" y="1188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6858000" cy="393192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36776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36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16184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token filtering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61848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16184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618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75104"/>
            <a:ext cx="6858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039112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39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2020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submission 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0208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202082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0208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6858000" cy="393192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41448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51560" y="24231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state machine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4231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42316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423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6858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2843784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843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51560" y="28254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 &amp; JSON parsing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82549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282549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82549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182112"/>
            <a:ext cx="6858000" cy="393192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246120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246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51560" y="32278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ETA calculation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32278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06440" y="32278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32278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584448"/>
            <a:ext cx="6858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648456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648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51560" y="36301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notification message content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363016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06440" y="363016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37960" y="3630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986784"/>
            <a:ext cx="685800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4041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8348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06440" y="40416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37960" y="4041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06640" y="1170432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406640" y="12618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rate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06640" y="19568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automated tests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5.6 seconds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bottom-up unit testing with JUnit 5 + Mockito — Firebase and MinIO are mocked, so tests run fully offline with no external dependencies.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Acceptance Testing (UAT)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with real users to verify each core feature meets the original requirements.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7335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733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15568" y="1627632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emergency report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1627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Select category → Upload photo → Submit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6276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saved, org notified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16276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039112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139696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396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15568" y="209397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views assigned report on dashboard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093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(web) → View report → Open detail → Update 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0939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live for citizen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2093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606040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0604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15568" y="256032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receives nearby danger alert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2560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Home screen → Another user submits report 1 km away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560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received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2560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72384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7238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UAT-04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15568" y="3026664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auto-analyses uploaded image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30266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 with photo → Wait → Refresh 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summary populated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3026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438144"/>
            <a:ext cx="8229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538728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5387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15568" y="3493008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rejects a fake report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7472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→ Open report → Click Reject → Confirm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34930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flagged 'False Alarm'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34930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3904488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00507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341515"/>
          </a:solidFill>
          <a:ln w="12700">
            <a:solidFill>
              <a:srgbClr val="34151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UAT-06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15568" y="3959352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API call is blocked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39593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/api/reports without Firebase token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3959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returned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80960" y="3959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4462272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F0ECE6"/>
          </a:solidFill>
          <a:ln w="6350">
            <a:solidFill>
              <a:srgbClr val="C4B9A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94360" y="45262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UAT scenarios passed  ·  Tested on: Flutter mobile app (Android) &amp; React web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MyBahaya FYP1 Presentation</dc:title>
  <dc:subject>PptxGenJS Presentation</dc:subject>
  <dc:creator>Ahmad Shukri</dc:creator>
  <cp:lastModifiedBy>Ahmad Shukri</cp:lastModifiedBy>
  <cp:revision>1</cp:revision>
  <dcterms:created xsi:type="dcterms:W3CDTF">2026-09-14T18:03:42Z</dcterms:created>
  <dcterms:modified xsi:type="dcterms:W3CDTF">2026-09-14T18:03:42Z</dcterms:modified>
</cp:coreProperties>
</file>