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7568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Assalamualaikum. Good morning, evaluators. My name is Ahmad Shukri. Today I present MyBahaya — an AI-powered emergency reporting and real-time community alert platform for Malaysia.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MyBahaya has three user types: citizens, organizations, admins. Flow: submit → AI → route → notify → track.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problems: no reporting app, slow routing, no community awareness, fake reports. These gaps justify MyBahaya.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statistics from real sources. 99.5% phone ownership confirms mobile reach. 84.7% ambulance delay + response times exceeding WHO benchmarks prove the problem. 169,000 fake calls in 2025 and only 2-3% real calls justify AI fake detection in MyBahaya.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MyBahaya provides all six features. Competitors lack AI analysis, auto routing, and fake detection.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objectives: build mobile reporting app, implement Gemini AI analysis, design geolocation routing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Scope: Android for citizens, organizations, admins. Peninsular Malaysia. Five categories. iOS and government APIs excluded in FYP1.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Firestore collections. Reports link to Users via userId, to Organisations via assignedOrgId, and mirror sanitised data to Public Incidents. Admins manage the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Agile SDLC chosen for its iterative nature. Six phases: Planning through Deployment. Each sprint reviewed with supervisor.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Three-tier architecture: Client (Flutter + Web browser), Application (Spring Boot REST API on VPS), Data (Firebase Firestore, MinIO, Gemini AI, FCM).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MyBahaya addresses all four identified problems and is fully deployed. Ready for the tool demo. Open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415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3657600" cy="3657600"/>
          </a:xfrm>
          <a:prstGeom prst="ellipse">
            <a:avLst/>
          </a:prstGeom>
          <a:solidFill>
            <a:srgbClr val="ACA494">
              <a:alpha val="18000"/>
            </a:srgbClr>
          </a:solidFill>
          <a:ln w="12700">
            <a:solidFill>
              <a:srgbClr val="ACA4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-457200"/>
            <a:ext cx="2194560" cy="2194560"/>
          </a:xfrm>
          <a:prstGeom prst="ellipse">
            <a:avLst/>
          </a:prstGeom>
          <a:solidFill>
            <a:srgbClr val="ACA494">
              <a:alpha val="32000"/>
            </a:srgbClr>
          </a:solidFill>
          <a:ln w="12700">
            <a:solidFill>
              <a:srgbClr val="ACA4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MyBahaya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640080" y="2487168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ACA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Emergency Reporting &amp; Real-Time Community Alert Platform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273552"/>
            <a:ext cx="2286000" cy="0"/>
          </a:xfrm>
          <a:prstGeom prst="line">
            <a:avLst/>
          </a:prstGeom>
          <a:noFill/>
          <a:ln w="19050">
            <a:solidFill>
              <a:srgbClr val="ACA4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4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FYP1 Presentation  ·  Ahmad Shukri  ·  Universiti Teknikal Malaysia Melaka (UTeM)  ·  2025/2026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47472" y="914400"/>
            <a:ext cx="2743200" cy="3913632"/>
          </a:xfrm>
          <a:prstGeom prst="roundRect">
            <a:avLst>
              <a:gd name="adj" fmla="val 400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307592" y="1042416"/>
            <a:ext cx="822960" cy="822960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38912" y="199339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MyBahaya?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252374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mobile-first platform enabling Malaysian citizens to report emergencies in real-time, complete with media upload, GPS tagging, and live status tracking.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82696" y="914400"/>
            <a:ext cx="2743200" cy="3913632"/>
          </a:xfrm>
          <a:prstGeom prst="roundRect">
            <a:avLst>
              <a:gd name="adj" fmla="val 400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242816" y="1042416"/>
            <a:ext cx="822960" cy="822960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374136" y="199339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uses it?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92424" y="2468880"/>
            <a:ext cx="252374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submit and track reports. Emergency organizations (Fire, Police, Medical) receive auto-assigned cases. Admins moderate via web dashboard.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914400"/>
            <a:ext cx="2743200" cy="3913632"/>
          </a:xfrm>
          <a:prstGeom prst="roundRect">
            <a:avLst>
              <a:gd name="adj" fmla="val 400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178040" y="1042416"/>
            <a:ext cx="822960" cy="822960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09360" y="199339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does it work?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27648" y="2468880"/>
            <a:ext cx="252374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submits photo + GPS → AI analyses severity → Nearest org auto-assigned → FCM push to org &amp; nearby citizens → Status updates in real-time.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47472" y="914400"/>
            <a:ext cx="4206240" cy="1792224"/>
          </a:xfrm>
          <a:prstGeom prst="roundRect">
            <a:avLst>
              <a:gd name="adj" fmla="val 5102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84632" y="100584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ACA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84632" y="143560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Dedicated Reporting App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84632" y="182880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 has no mobile app for citizens to report non-fire emergencies with media evidence and GPS location in real-time.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4206240" cy="1792224"/>
          </a:xfrm>
          <a:prstGeom prst="roundRect">
            <a:avLst>
              <a:gd name="adj" fmla="val 5102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92040" y="100584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892040" y="143560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Emergency Routing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999 calls rely on human dispatchers. No automated system routes incidents to the nearest available organization.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7472" y="2926080"/>
            <a:ext cx="4206240" cy="1792224"/>
          </a:xfrm>
          <a:prstGeom prst="roundRect">
            <a:avLst>
              <a:gd name="adj" fmla="val 5102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4632" y="30175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ACA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84632" y="344728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Community Awareness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" y="38404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near an incident are not notified, causing late community response and repeated submissions of the same incident.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754880" y="2926080"/>
            <a:ext cx="4206240" cy="1792224"/>
          </a:xfrm>
          <a:prstGeom prst="roundRect">
            <a:avLst>
              <a:gd name="adj" fmla="val 5102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92040" y="30175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892040" y="344728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Fake Report Abuse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38404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automated verification, emergency services are overwhelmed by false reports — wasting critical response resources.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— Key Statistics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ACA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DOSM ICT Survey 2024  ·  MERS 999 ScienceDirect 2026  ·  The Star 2025  ·  MJPHM Kelantan Study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47472" y="1078992"/>
            <a:ext cx="4206240" cy="1783080"/>
          </a:xfrm>
          <a:prstGeom prst="roundRect">
            <a:avLst>
              <a:gd name="adj" fmla="val 5128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84632" y="1170432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CA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99.5%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84632" y="175564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Malaysians own a mobile phone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4632" y="21031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4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no dedicated emergency reporting app exists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84632" y="24505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C4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DOSM ICT Use &amp; Access Survey, 2024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36592" y="1078992"/>
            <a:ext cx="4206240" cy="1783080"/>
          </a:xfrm>
          <a:prstGeom prst="roundRect">
            <a:avLst>
              <a:gd name="adj" fmla="val 5128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73752" y="1170432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84.7%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873752" y="175564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A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ambulance calls had delayed response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73752" y="21031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times exceeded WHO &amp; MOH benchmarks in all districts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73752" y="24505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ACA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MJPHM — Kelantan Ambulance Study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7472" y="2926080"/>
            <a:ext cx="4206240" cy="1783080"/>
          </a:xfrm>
          <a:prstGeom prst="roundRect">
            <a:avLst>
              <a:gd name="adj" fmla="val 5128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" y="30175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169,000+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84632" y="3602736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A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prank / fake calls to MERS 999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4632" y="395020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2025 alone — disrupting real emergency responses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4632" y="42976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ACA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The Star, November 2025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36592" y="2926080"/>
            <a:ext cx="4206240" cy="1783080"/>
          </a:xfrm>
          <a:prstGeom prst="roundRect">
            <a:avLst>
              <a:gd name="adj" fmla="val 5128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73752" y="30175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CA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2–3%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4873752" y="3602736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all 999 calls are real emergencies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73752" y="395020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4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 are false reports — wasting critical resources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73752" y="42976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C4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The Sun / CiliSOS — MERS 999 Analysis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— Existing Work Comparison</a:t>
            </a:r>
            <a:endParaRPr lang="en-US" sz="2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841248"/>
          <a:ext cx="8503920" cy="3584448"/>
        </p:xfrm>
        <a:graphic>
          <a:graphicData uri="http://schemas.openxmlformats.org/drawingml/2006/table">
            <a:tbl>
              <a:tblPr/>
              <a:tblGrid>
                <a:gridCol w="260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15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999 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15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MySejahtera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15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15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MyBahaya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10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Community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 / Video Upload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Severity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Status Tracking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Organisation Routing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 Report Detection (AI)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47472" y="1179576"/>
            <a:ext cx="658368" cy="658368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11795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170432" y="1005840"/>
            <a:ext cx="7607808" cy="1143000"/>
          </a:xfrm>
          <a:prstGeom prst="roundRect">
            <a:avLst>
              <a:gd name="adj" fmla="val 720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325880" y="1078992"/>
            <a:ext cx="731520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develop a cross-platform mobile application that enables Malaysian citizens to submit emergency reports with multimedia evidence and real-time GPS coordinates.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7472" y="2496312"/>
            <a:ext cx="658368" cy="658368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7472" y="249631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70432" y="2322576"/>
            <a:ext cx="7607808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6350">
            <a:solidFill>
              <a:srgbClr val="C4B9AC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325880" y="2395728"/>
            <a:ext cx="731520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implement an AI analysis module using Google Gemini 2.5 Flash that automatically assesses incident severity (1–5), identifies hazards, and detects fake reports.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7472" y="3813048"/>
            <a:ext cx="658368" cy="658368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7472" y="3813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170432" y="3639312"/>
            <a:ext cx="7607808" cy="1143000"/>
          </a:xfrm>
          <a:prstGeom prst="roundRect">
            <a:avLst>
              <a:gd name="adj" fmla="val 720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325880" y="3712464"/>
            <a:ext cx="731520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design a geolocation-based routing system that auto-assigns reports to the nearest emergency organisation and delivers real-time FCM push notifications to all stakeholders.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47472" y="914400"/>
            <a:ext cx="4224528" cy="1828800"/>
          </a:xfrm>
          <a:prstGeom prst="roundRect">
            <a:avLst>
              <a:gd name="adj" fmla="val 5000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84632" y="1005840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CA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84632" y="1435608"/>
            <a:ext cx="39776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Malaysian citizens — Android mobile app</a:t>
            </a:r>
            <a:endParaRPr lang="en-US" sz="1150" dirty="0"/>
          </a:p>
          <a:p>
            <a:pPr marL="342900" indent="-342900" algn="l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organizations — Fire, Police, Medical</a:t>
            </a:r>
            <a:endParaRPr lang="en-US" sz="1150" dirty="0"/>
          </a:p>
          <a:p>
            <a:pPr marL="342900" indent="-342900" algn="l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administrators — Web dashboard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4224528" cy="1828800"/>
          </a:xfrm>
          <a:prstGeom prst="roundRect">
            <a:avLst>
              <a:gd name="adj" fmla="val 500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92040" y="1005840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Functionalities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92040" y="1435608"/>
            <a:ext cx="39776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report submission with photo/video</a:t>
            </a:r>
            <a:endParaRPr lang="en-US" sz="1150" dirty="0"/>
          </a:p>
          <a:p>
            <a:pPr marL="342900" indent="-342900" algn="l">
              <a:buSzPct val="100000"/>
              <a:buChar char="•"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severity analysis &amp; fake detection</a:t>
            </a:r>
            <a:endParaRPr lang="en-US" sz="1150" dirty="0"/>
          </a:p>
          <a:p>
            <a:pPr marL="342900" indent="-342900" algn="l">
              <a:buSzPct val="100000"/>
              <a:buChar char="•"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FCM push alerts (org + nearby citizens)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" y="2926080"/>
            <a:ext cx="4224528" cy="1828800"/>
          </a:xfrm>
          <a:prstGeom prst="roundRect">
            <a:avLst>
              <a:gd name="adj" fmla="val 500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" y="3017520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Geographic Coverage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" y="3447288"/>
            <a:ext cx="39776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Peninsular Malaysia</a:t>
            </a:r>
            <a:endParaRPr lang="en-US" sz="1150" dirty="0"/>
          </a:p>
          <a:p>
            <a:pPr marL="342900" indent="-342900" algn="l">
              <a:buSzPct val="100000"/>
              <a:buChar char="•"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incident categories: Fire, Medical, Theft, Assault, Other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4224528" cy="1828800"/>
          </a:xfrm>
          <a:prstGeom prst="roundRect">
            <a:avLst>
              <a:gd name="adj" fmla="val 5000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92040" y="3017520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CA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Exclusions (FYP 1)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92040" y="3447288"/>
            <a:ext cx="39776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platform — not in scope</a:t>
            </a:r>
            <a:endParaRPr lang="en-US" sz="1150" dirty="0"/>
          </a:p>
          <a:p>
            <a:pPr marL="342900" indent="-342900" algn="l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API integration — not in scope</a:t>
            </a:r>
            <a:endParaRPr lang="en-US" sz="1150" dirty="0"/>
          </a:p>
          <a:p>
            <a:pPr marL="342900" indent="-342900" algn="l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or legal processing — not included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Relationship Diagram (ERD)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94360" y="914400"/>
            <a:ext cx="7955280" cy="3931920"/>
          </a:xfrm>
          <a:prstGeom prst="roundRect">
            <a:avLst>
              <a:gd name="adj" fmla="val 3256"/>
            </a:avLst>
          </a:prstGeom>
          <a:solidFill>
            <a:srgbClr val="F0ECE6"/>
          </a:solidFill>
          <a:ln w="19050">
            <a:solidFill>
              <a:srgbClr val="ACA49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278892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CA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Entities:   USERS   ·   REPORTS   ·   ORGANIZATIONS   ·   PUBLIC_INCIDENTS   ·   ADMINS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44988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4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(Insert ERD diagram here)</a:t>
            </a:r>
            <a:endParaRPr lang="en-US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151C20-B282-12D1-EE61-693AE0184A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1521" y="914400"/>
            <a:ext cx="5891136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— Agile SDLC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10896" y="914400"/>
            <a:ext cx="2706624" cy="1847088"/>
          </a:xfrm>
          <a:prstGeom prst="roundRect">
            <a:avLst>
              <a:gd name="adj" fmla="val 4950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02336" y="1042416"/>
            <a:ext cx="502920" cy="502920"/>
          </a:xfrm>
          <a:prstGeom prst="ellipse">
            <a:avLst/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02336" y="1042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591056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38912" y="1965960"/>
            <a:ext cx="248716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F0E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requirements, scope &amp; tech stack selection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163824" y="914400"/>
            <a:ext cx="2706624" cy="1847088"/>
          </a:xfrm>
          <a:prstGeom prst="roundRect">
            <a:avLst>
              <a:gd name="adj" fmla="val 495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55264" y="1042416"/>
            <a:ext cx="502920" cy="502920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55264" y="1042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91840" y="1591056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91840" y="1965960"/>
            <a:ext cx="248716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stories, use cases, data requirements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16752" y="914400"/>
            <a:ext cx="2706624" cy="1847088"/>
          </a:xfrm>
          <a:prstGeom prst="roundRect">
            <a:avLst>
              <a:gd name="adj" fmla="val 4950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08192" y="1042416"/>
            <a:ext cx="502920" cy="502920"/>
          </a:xfrm>
          <a:prstGeom prst="ellipse">
            <a:avLst/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108192" y="1042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44768" y="1591056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44768" y="1965960"/>
            <a:ext cx="248716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F0E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ERD, system architecture &amp; UI wireframes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10896" y="2944368"/>
            <a:ext cx="2706624" cy="1847088"/>
          </a:xfrm>
          <a:prstGeom prst="roundRect">
            <a:avLst>
              <a:gd name="adj" fmla="val 495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02336" y="3072384"/>
            <a:ext cx="502920" cy="502920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02336" y="3072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8912" y="3621024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8912" y="3995928"/>
            <a:ext cx="248716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app, Spring Boot API, Firebase integration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163824" y="2944368"/>
            <a:ext cx="2706624" cy="1847088"/>
          </a:xfrm>
          <a:prstGeom prst="roundRect">
            <a:avLst>
              <a:gd name="adj" fmla="val 4950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255264" y="3072384"/>
            <a:ext cx="502920" cy="502920"/>
          </a:xfrm>
          <a:prstGeom prst="ellipse">
            <a:avLst/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255264" y="3072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291840" y="3621024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291840" y="3995928"/>
            <a:ext cx="248716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F0E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Unit, integration &amp; user acceptance testing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016752" y="2944368"/>
            <a:ext cx="2706624" cy="1847088"/>
          </a:xfrm>
          <a:prstGeom prst="roundRect">
            <a:avLst>
              <a:gd name="adj" fmla="val 495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108192" y="3072384"/>
            <a:ext cx="502920" cy="502920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108192" y="3072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144768" y="3621024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44768" y="3995928"/>
            <a:ext cx="248716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VPS, Nginx, Docker MinIO, domain &amp; SSL setup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ACA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Agile sprints allow continuous feedback and adaptability throughout the project lifecycle.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 Design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914400"/>
            <a:ext cx="7955280" cy="3657600"/>
          </a:xfrm>
          <a:prstGeom prst="roundRect">
            <a:avLst>
              <a:gd name="adj" fmla="val 3500"/>
            </a:avLst>
          </a:prstGeom>
          <a:solidFill>
            <a:srgbClr val="F0ECE6"/>
          </a:solidFill>
          <a:ln w="19050">
            <a:solidFill>
              <a:srgbClr val="ACA49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20116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C4B9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System Architecture Diagram ]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" y="2788920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4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(Insert System Architecture Diagram here)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30352" y="4663440"/>
            <a:ext cx="1243584" cy="347472"/>
          </a:xfrm>
          <a:prstGeom prst="roundRect">
            <a:avLst>
              <a:gd name="adj" fmla="val 39474"/>
            </a:avLst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30352" y="466344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892808" y="4663440"/>
            <a:ext cx="1243584" cy="347472"/>
          </a:xfrm>
          <a:prstGeom prst="roundRect">
            <a:avLst>
              <a:gd name="adj" fmla="val 39474"/>
            </a:avLst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92808" y="466344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55264" y="4663440"/>
            <a:ext cx="1243584" cy="347472"/>
          </a:xfrm>
          <a:prstGeom prst="roundRect">
            <a:avLst>
              <a:gd name="adj" fmla="val 39474"/>
            </a:avLst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55264" y="466344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17720" y="4663440"/>
            <a:ext cx="1243584" cy="347472"/>
          </a:xfrm>
          <a:prstGeom prst="roundRect">
            <a:avLst>
              <a:gd name="adj" fmla="val 39474"/>
            </a:avLst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17720" y="466344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80176" y="4663440"/>
            <a:ext cx="1243584" cy="347472"/>
          </a:xfrm>
          <a:prstGeom prst="roundRect">
            <a:avLst>
              <a:gd name="adj" fmla="val 39474"/>
            </a:avLst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80176" y="466344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42632" y="4663440"/>
            <a:ext cx="1243584" cy="347472"/>
          </a:xfrm>
          <a:prstGeom prst="roundRect">
            <a:avLst>
              <a:gd name="adj" fmla="val 39474"/>
            </a:avLst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342632" y="466344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FCM Push</a:t>
            </a:r>
            <a:endParaRPr lang="en-US" sz="10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C29B228-3C51-44CD-7613-2F8BB820C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0500" y="914400"/>
            <a:ext cx="5170174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415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2926080"/>
            <a:ext cx="3474720" cy="3474720"/>
          </a:xfrm>
          <a:prstGeom prst="ellipse">
            <a:avLst/>
          </a:prstGeom>
          <a:solidFill>
            <a:srgbClr val="ACA494">
              <a:alpha val="18000"/>
            </a:srgbClr>
          </a:solidFill>
          <a:ln w="12700">
            <a:solidFill>
              <a:srgbClr val="ACA4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72400" y="-731520"/>
            <a:ext cx="2560320" cy="2560320"/>
          </a:xfrm>
          <a:prstGeom prst="ellipse">
            <a:avLst/>
          </a:prstGeom>
          <a:solidFill>
            <a:srgbClr val="ACA494">
              <a:alpha val="25000"/>
            </a:srgbClr>
          </a:solidFill>
          <a:ln w="12700">
            <a:solidFill>
              <a:srgbClr val="ACA4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2743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ACA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078992"/>
            <a:ext cx="402336" cy="402336"/>
          </a:xfrm>
          <a:prstGeom prst="ellipse">
            <a:avLst/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078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1051560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MyBahaya fills a real gap — no existing platform in Malaysia combines real-time reporting, AI analysis, and community alerting in one app.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965960"/>
            <a:ext cx="402336" cy="402336"/>
          </a:xfrm>
          <a:prstGeom prst="ellipse">
            <a:avLst/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1938528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Geolocation-based routing (Haversine formula) ensures the nearest emergency organisation is notified with an automated ETA estimate.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852928"/>
            <a:ext cx="402336" cy="402336"/>
          </a:xfrm>
          <a:prstGeom prst="ellipse">
            <a:avLst/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2852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88720" y="2825496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2.5 Flash provides automated severity scoring (1–5), hazard identification, and AI-based fake report detection.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739896"/>
            <a:ext cx="402336" cy="402336"/>
          </a:xfrm>
          <a:prstGeom prst="ellipse">
            <a:avLst/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3739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88720" y="3712464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is fully deployed at api.mybahaya.com with Firebase Firestore real-time updates and FCM push notifications.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4681728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C4B9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 ·  Terima kasih  ·  Q&amp;A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1076</Words>
  <Application>Microsoft Macintosh PowerPoint</Application>
  <PresentationFormat>On-screen Show (16:9)</PresentationFormat>
  <Paragraphs>164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MyBahaya FYP1 Presentation</dc:title>
  <dc:subject>PptxGenJS Presentation</dc:subject>
  <dc:creator>Ahmad Shukri</dc:creator>
  <cp:lastModifiedBy>AHMAD SHUKRI BIN BAKRI</cp:lastModifiedBy>
  <cp:revision>2</cp:revision>
  <dcterms:created xsi:type="dcterms:W3CDTF">2026-06-24T19:52:55Z</dcterms:created>
  <dcterms:modified xsi:type="dcterms:W3CDTF">2026-06-24T19:57:30Z</dcterms:modified>
</cp:coreProperties>
</file>